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636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36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MODULE 1 • FINANCIAL FOUNDATIONS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Mindset &amp;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Financial Goals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BBF24"/>
                </a:solidFill>
              </a:rPr>
              <a:t>"Train your mind before your money."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Prepared using Google Gemini Canvas  |  Slide 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STANDARD FRAMEWORK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2904" y="1234440"/>
            <a:ext cx="2707249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Orient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Overview, Intro, and Learning Objectives.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21649" y="1233658"/>
            <a:ext cx="2458720" cy="1463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Learn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9821" y="1571674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Core Concepts, Visuals, and Real Examples.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4082" y="1233658"/>
            <a:ext cx="2801426" cy="1468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804672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Engage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62040" y="1611142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Interactive AI Tutor and Knowledge Checks.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6049" y="3018302"/>
            <a:ext cx="278149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Consolidate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Summary, Key Takeaways, and Flashcards.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8524" y="3069102"/>
            <a:ext cx="2461846" cy="189054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448056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Prove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8523" y="4104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Graded Quizzes and Weekly Assignments.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62504" y="3115994"/>
            <a:ext cx="2704123" cy="1776046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804672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Result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90212" y="4108743"/>
            <a:ext cx="2926080" cy="75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Financial security through measurable habit change.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WHY MINDSET FIRST?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Beliefs decide behavior.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FinGeniQ starts with internal scripts before spreadsheets: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• Whether you attempt a budget at all.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• How you recover from financial mistakes.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• Whether security is "available" to you.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LEARNING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Growth vs Fixed: Distinguish mindsets using your own past statements.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Rewrite Beliefs: Convert limiting money beliefs into growth-oriented alternatives.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SMART Goals: Construct household goals with specific numbers and deadlines.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Habit Formation: Build a vision board and sustainable journaling habits.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MINDSET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5901" y="963637"/>
            <a:ext cx="3693560" cy="3664871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1B1B"/>
                </a:solidFill>
              </a:rPr>
              <a:t>FIXED MINDSET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91B1B"/>
                </a:solidFill>
              </a:rPr>
              <a:t>• "I am just bad with money."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91B1B"/>
                </a:solidFill>
              </a:rPr>
              <a:t>• "Investing is for the born-rich."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91B1B"/>
                </a:solidFill>
              </a:rPr>
              <a:t>RESULT: Stays stuck, avoids growth.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064403"/>
            <a:ext cx="4114800" cy="3564105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417563" y="1404477"/>
            <a:ext cx="2760666" cy="3381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</a:rPr>
              <a:t>GROWTH MINDSET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</a:rPr>
              <a:t>• "I can learn money skills, slowly."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</a:rPr>
              <a:t>• "Mistakes are tuition for wisdom."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66534"/>
                </a:solidFill>
              </a:rPr>
              <a:t>RESULT: Keeps trying, builds wealth.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SMART GOAL ENGINEERING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19" y="960120"/>
            <a:ext cx="7169307" cy="6400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608332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 - Specific: Not "save money" -&gt; "Save 500 AED."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0971" y="1874520"/>
            <a:ext cx="7210404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1005840" y="2010396"/>
            <a:ext cx="48966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 - Measurable: Clear numbers and tracking.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2617" y="2813064"/>
            <a:ext cx="7210404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1005840" y="2857500"/>
            <a:ext cx="63966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 - Achievable: Realistic to current income.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2617" y="3703320"/>
            <a:ext cx="7210404" cy="4343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1005840" y="3668902"/>
            <a:ext cx="42339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 - Relevant: Tied to a core family need.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0971" y="4434840"/>
            <a:ext cx="7313145" cy="4343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005840" y="4377690"/>
            <a:ext cx="463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 - Time-bound: A hard deadline creates action.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CASE STUDY: RAY DALIO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From Caddie Tips to World-Class Investor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34386" cy="2920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The Start: At age 12, Ray Dalio earned tips caddying at a local golf club.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The Pivot: Instead of spending, he invested small amounts in stocks and studied early bad trades as tuition.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The Result: Founded Bridgewater Associates, one of the world's largest hedge funds.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Lesson: The starting point matters less than the immediate growth mindset.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NAMING FEAR &amp; SHAME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54810" y="956524"/>
            <a:ext cx="3067863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3067863" cy="1922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FEAR OF LOSS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"I'll lose what little I have."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→ REFRAME: START TINY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Even 10 dirhams saved is a real win. Small wins build the saver identity.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73703" y="827070"/>
            <a:ext cx="477234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303520" y="1005840"/>
            <a:ext cx="2344563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BURDEN OF SHAME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"My mistakes prove I'm uneducated."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→ REFRAME: RECOGNIZE MISTAKES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Everyone starts from zero. Mistakes are feedback, not a verdict on your intelligence.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VISION &amp; ACCOUNTABILITY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F172A"/>
                </a:solidFill>
              </a:rPr>
              <a:t>70%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HIGHER SUCCESS RATE FOR WRITTEN GOALS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1590" y="916455"/>
            <a:ext cx="4188774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Why Written Goals Move: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Specific, written goals are pursued 70% more consistently than goals only thought about.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Sharing goals with an accountability partner roughly doubles the odds of follow-through.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The FinGeniQ Vision Board and Money Journal act as your daily financial GPS.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SUSTAINABLE HABITS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729249" cy="3329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Vision Board: Display goals for Health, Happiness, and Wealth in a communal family space.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Money Journal: A weekly checkpoint to track habit changes and express financial gratitude.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Family Dialogue: Open conversations reduce fear and build collective accountability.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PROVE YOUR KNOWLEDGE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4796" y="14859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Lesson 1 Quiz Overview: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Passing Score: 70% required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Format: 8 Scenario-based questions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• Impact: Counts toward Certification score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633645" y="1463040"/>
            <a:ext cx="4042881" cy="310896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121668" y="1737360"/>
            <a:ext cx="3236359" cy="2475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RETENTION HINT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Remember: A "Fixed" mindset believes traits are permanent, while "Growth" sees money as a skill to be developed.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Prepared using Google Gemini Canvas  |  Slide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READY FOR LESSON 2?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</a:rPr>
              <a:t>Your mindset is primed. Next, we understand the financial system.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THE JOURNEY TO ABUNDANCE STARTS WITH ONE SMALL STEP.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Copyright FinGeniQ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6217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Prepared using Google Gemini Canvas  |  Slide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756</Words>
  <Application>Microsoft Office PowerPoint</Application>
  <PresentationFormat>On-screen Show (16:9)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shivaram yarmunja</cp:lastModifiedBy>
  <cp:revision>2</cp:revision>
  <dcterms:created xsi:type="dcterms:W3CDTF">2026-07-21T16:20:09Z</dcterms:created>
  <dcterms:modified xsi:type="dcterms:W3CDTF">2026-07-21T16:41:12Z</dcterms:modified>
</cp:coreProperties>
</file>